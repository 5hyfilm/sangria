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7" r:id="rId2"/>
    <p:sldId id="258" r:id="rId3"/>
    <p:sldId id="256" r:id="rId4"/>
  </p:sldIdLst>
  <p:sldSz cx="12192000" cy="6858000"/>
  <p:notesSz cx="6858000" cy="9144000"/>
  <p:defaultTextStyle>
    <a:defPPr>
      <a:defRPr lang="en-T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C00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D0573-86B6-BACE-FA16-F8E39420BC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07A36E-6BBA-87A4-CFBB-3997FA1096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670F2D-3EE7-12E0-0FE0-AF6905464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D788F-134A-A74B-810A-CD2D2393E82C}" type="datetimeFigureOut">
              <a:rPr lang="en-TH" smtClean="0"/>
              <a:t>19/6/2024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9ED69A-1CF5-5DE3-B36D-A662A4F31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652931-224F-6408-34E8-9F1BC83A1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F7DB4-3248-9D44-B5AB-53E24D31CD83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049998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07733-CBE3-15CE-4A76-8738C48CF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4CDCD-D02C-4F4B-E323-4CA567D1E4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F89660-F678-2AE5-842B-D59255894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D788F-134A-A74B-810A-CD2D2393E82C}" type="datetimeFigureOut">
              <a:rPr lang="en-TH" smtClean="0"/>
              <a:t>19/6/2024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C2B253-C153-0E81-0310-0EB3A7683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889520-2273-B61B-7188-8CBE5A665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F7DB4-3248-9D44-B5AB-53E24D31CD83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661920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53CD1-D426-8486-574E-1426CC07F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A642B5-E611-0FB3-2C06-D154BC6B60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7EF2E-EFD2-BCD5-1A7A-B0A98BF11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D788F-134A-A74B-810A-CD2D2393E82C}" type="datetimeFigureOut">
              <a:rPr lang="en-TH" smtClean="0"/>
              <a:t>19/6/2024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CBD10E-6C38-E7E7-E962-C45830445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82D214-376D-57FD-D0E7-0A2A493D8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F7DB4-3248-9D44-B5AB-53E24D31CD83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148053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DD7B0-0D83-CD97-F24F-88457BCD9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5404F-E67A-2942-16DA-3156DA6C75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8C3F5F-0011-791B-FBBE-822CD33D49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9FEF5F-79E8-E941-BDD1-F91FED889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D788F-134A-A74B-810A-CD2D2393E82C}" type="datetimeFigureOut">
              <a:rPr lang="en-TH" smtClean="0"/>
              <a:t>19/6/2024 R</a:t>
            </a:fld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EA7B5E-CBB3-6DE4-4C08-0E099ECFB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DD0308-63B0-5243-7B89-C2F4A5A5D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F7DB4-3248-9D44-B5AB-53E24D31CD83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040845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8A3AF-DF60-552F-A119-A8A80830A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2E65DA-98FF-9AB6-0738-B867AEF123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585582-C629-E388-BA49-2597AC3A24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BB1386-E19F-2BD5-1FDA-4978E58A7C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1D9602-2EE2-31B3-4A2C-AE909337FB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B7CF5B-A560-DC77-6572-7644FD0B9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D788F-134A-A74B-810A-CD2D2393E82C}" type="datetimeFigureOut">
              <a:rPr lang="en-TH" smtClean="0"/>
              <a:t>19/6/2024 R</a:t>
            </a:fld>
            <a:endParaRPr lang="en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3CE9BF-3D09-1915-D090-08EA6A831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45BC0E-B5FD-D8EC-D88E-9D0E08DD8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F7DB4-3248-9D44-B5AB-53E24D31CD83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989644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A339F-E952-0222-DC81-E19BD78C9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0D38A9-671B-175B-8011-60595A95A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D788F-134A-A74B-810A-CD2D2393E82C}" type="datetimeFigureOut">
              <a:rPr lang="en-TH" smtClean="0"/>
              <a:t>19/6/2024 R</a:t>
            </a:fld>
            <a:endParaRPr lang="en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F165E2-CADB-AF9C-5DA7-035E8C18A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580BEA-CC1E-830E-9E51-32E5568A0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F7DB4-3248-9D44-B5AB-53E24D31CD83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849292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CFF401-BB71-8962-2DCD-D2DC2614F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D788F-134A-A74B-810A-CD2D2393E82C}" type="datetimeFigureOut">
              <a:rPr lang="en-TH" smtClean="0"/>
              <a:t>19/6/2024 R</a:t>
            </a:fld>
            <a:endParaRPr lang="en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4DBB16-4B06-271C-75D1-2A25D6459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6D4C28-15B3-E6DD-4428-52DD78F9E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F7DB4-3248-9D44-B5AB-53E24D31CD83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139265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FC816-7CD4-715B-0C15-637F522FA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25B6F-86A2-7D6D-764E-1F96B7E4D8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A2A083-C29B-63D9-A11F-5514B7EF26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1AA690-F795-1830-362D-6B4013BC4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D788F-134A-A74B-810A-CD2D2393E82C}" type="datetimeFigureOut">
              <a:rPr lang="en-TH" smtClean="0"/>
              <a:t>19/6/2024 R</a:t>
            </a:fld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618582-5947-D31B-C34E-9FB620740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B55DE5-2F58-3212-BEFA-04E40AFD4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F7DB4-3248-9D44-B5AB-53E24D31CD83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94791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ECFA6-A3FA-A9C3-6BD1-A149D8323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38BFD0-1A01-6091-6452-FBE00FB53F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487061-9A91-D363-659D-710A6DA91F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5AE467-9936-2D45-1535-C4BAE8C61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D788F-134A-A74B-810A-CD2D2393E82C}" type="datetimeFigureOut">
              <a:rPr lang="en-TH" smtClean="0"/>
              <a:t>19/6/2024 R</a:t>
            </a:fld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D8BEFD-087D-68FF-B86A-32CA77804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E9877E-E6C8-070F-A139-689C7BAA6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F7DB4-3248-9D44-B5AB-53E24D31CD83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603525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20671-ED8A-C6F8-C6D0-0AE6B61CB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055BA0-AAC2-52C3-9F85-75972F472C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524894-7B7A-C6D5-814A-C786E971A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D788F-134A-A74B-810A-CD2D2393E82C}" type="datetimeFigureOut">
              <a:rPr lang="en-TH" smtClean="0"/>
              <a:t>19/6/2024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8F118-5BEE-1D3A-F3CA-A7AFFAE58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B08C14-A717-A51C-2084-452E75F73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F7DB4-3248-9D44-B5AB-53E24D31CD83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192520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823109-2E0B-5CDD-3125-E143FD7A0B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185D3D-658B-CE62-78AC-4A433440BF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24F4B8-C884-2A9B-83BE-2DF88DA94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D788F-134A-A74B-810A-CD2D2393E82C}" type="datetimeFigureOut">
              <a:rPr lang="en-TH" smtClean="0"/>
              <a:t>19/6/2024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FE30A4-7F55-ABEE-9DB5-91CA46F9F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0EEEDC-02B1-39C8-9EEF-8AAD31942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F7DB4-3248-9D44-B5AB-53E24D31CD83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713841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34A5B2-34BC-DE51-C31C-0BD081293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6D32E2-5A0B-D17F-B45F-B1A5019B5B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4C5B55-8768-8EF9-DB7A-814D70A14F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FD788F-134A-A74B-810A-CD2D2393E82C}" type="datetimeFigureOut">
              <a:rPr lang="en-TH" smtClean="0"/>
              <a:t>19/6/2024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2E5CB-7561-5546-1202-3C5F44F135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D08DE0-69CB-424C-6BA8-4104BC06D4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2F7DB4-3248-9D44-B5AB-53E24D31CD83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680164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red logo with three circles&#10;&#10;Description automatically generated">
            <a:extLst>
              <a:ext uri="{FF2B5EF4-FFF2-40B4-BE49-F238E27FC236}">
                <a16:creationId xmlns:a16="http://schemas.microsoft.com/office/drawing/2014/main" id="{7A6E46EC-776B-69D4-4486-63BE9310A0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0"/>
            <a:ext cx="6858000" cy="68580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701746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D55E6BF-FA97-76E6-6A20-3BED7B3C384D}"/>
              </a:ext>
            </a:extLst>
          </p:cNvPr>
          <p:cNvGrpSpPr/>
          <p:nvPr/>
        </p:nvGrpSpPr>
        <p:grpSpPr>
          <a:xfrm>
            <a:off x="42231" y="1475035"/>
            <a:ext cx="12107537" cy="3907930"/>
            <a:chOff x="42231" y="1475035"/>
            <a:chExt cx="12107537" cy="3907930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530B0152-5B43-4BCF-8C1F-3CE8273E1946}"/>
                </a:ext>
              </a:extLst>
            </p:cNvPr>
            <p:cNvSpPr/>
            <p:nvPr/>
          </p:nvSpPr>
          <p:spPr>
            <a:xfrm>
              <a:off x="42231" y="1475035"/>
              <a:ext cx="12107537" cy="390793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C9B9721-0FB0-12B5-B49E-8CB358B3EB42}"/>
                </a:ext>
              </a:extLst>
            </p:cNvPr>
            <p:cNvGrpSpPr/>
            <p:nvPr/>
          </p:nvGrpSpPr>
          <p:grpSpPr>
            <a:xfrm>
              <a:off x="889317" y="2260833"/>
              <a:ext cx="10413364" cy="2444707"/>
              <a:chOff x="427364" y="2180956"/>
              <a:chExt cx="11490498" cy="2697582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3F2E97D1-433E-F169-6040-8730FA759B78}"/>
                  </a:ext>
                </a:extLst>
              </p:cNvPr>
              <p:cNvGrpSpPr/>
              <p:nvPr/>
            </p:nvGrpSpPr>
            <p:grpSpPr>
              <a:xfrm>
                <a:off x="4021040" y="3641759"/>
                <a:ext cx="4149917" cy="1236779"/>
                <a:chOff x="3966096" y="3880266"/>
                <a:chExt cx="4675534" cy="1393426"/>
              </a:xfrm>
            </p:grpSpPr>
            <p:sp>
              <p:nvSpPr>
                <p:cNvPr id="9" name="Freeform 8">
                  <a:extLst>
                    <a:ext uri="{FF2B5EF4-FFF2-40B4-BE49-F238E27FC236}">
                      <a16:creationId xmlns:a16="http://schemas.microsoft.com/office/drawing/2014/main" id="{2D98D731-CD20-8112-1BB8-BB12F997664B}"/>
                    </a:ext>
                  </a:extLst>
                </p:cNvPr>
                <p:cNvSpPr/>
                <p:nvPr/>
              </p:nvSpPr>
              <p:spPr>
                <a:xfrm>
                  <a:off x="3966096" y="4146821"/>
                  <a:ext cx="2752093" cy="7638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576" h="1625499">
                      <a:moveTo>
                        <a:pt x="0" y="0"/>
                      </a:moveTo>
                      <a:lnTo>
                        <a:pt x="5856576" y="0"/>
                      </a:lnTo>
                      <a:lnTo>
                        <a:pt x="5856576" y="1625498"/>
                      </a:lnTo>
                      <a:lnTo>
                        <a:pt x="0" y="162549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blipFill>
                  <a:blip r:embed="rId2"/>
                  <a:stretch>
                    <a:fillRect t="-77014" b="-77743"/>
                  </a:stretch>
                </a:blipFill>
              </p:spPr>
              <p:txBody>
                <a:bodyPr/>
                <a:lstStyle/>
                <a:p>
                  <a:endParaRPr lang="en-TH"/>
                </a:p>
              </p:txBody>
            </p:sp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00497D4D-CA08-2421-9C85-2EFDE6052831}"/>
                    </a:ext>
                  </a:extLst>
                </p:cNvPr>
                <p:cNvSpPr txBox="1"/>
                <p:nvPr/>
              </p:nvSpPr>
              <p:spPr>
                <a:xfrm>
                  <a:off x="6638233" y="3896236"/>
                  <a:ext cx="825438" cy="1377456"/>
                </a:xfrm>
                <a:prstGeom prst="rect">
                  <a:avLst/>
                </a:prstGeom>
                <a:noFill/>
              </p:spPr>
              <p:txBody>
                <a:bodyPr wrap="none" rtlCol="0" anchor="ctr">
                  <a:spAutoFit/>
                </a:bodyPr>
                <a:lstStyle/>
                <a:p>
                  <a:pPr algn="ctr"/>
                  <a:r>
                    <a:rPr lang="en-TH" sz="6600" dirty="0">
                      <a:latin typeface="SUKHUMVITSET-TEXT" panose="02000506000000020004" pitchFamily="2" charset="-34"/>
                      <a:cs typeface="SUKHUMVITSET-TEXT" panose="02000506000000020004" pitchFamily="2" charset="-34"/>
                    </a:rPr>
                    <a:t>×</a:t>
                  </a:r>
                </a:p>
              </p:txBody>
            </p:sp>
            <p:pic>
              <p:nvPicPr>
                <p:cNvPr id="11" name="Picture 10" descr="A blue background with white text&#10;&#10;Description automatically generated">
                  <a:extLst>
                    <a:ext uri="{FF2B5EF4-FFF2-40B4-BE49-F238E27FC236}">
                      <a16:creationId xmlns:a16="http://schemas.microsoft.com/office/drawing/2014/main" id="{301287F2-2EF4-CDE2-B18D-CD8A313BC52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/>
                <a:srcRect l="21864" r="21864"/>
                <a:stretch/>
              </p:blipFill>
              <p:spPr>
                <a:xfrm>
                  <a:off x="7382934" y="3880266"/>
                  <a:ext cx="1258696" cy="1258696"/>
                </a:xfrm>
                <a:prstGeom prst="ellipse">
                  <a:avLst/>
                </a:prstGeom>
              </p:spPr>
            </p:pic>
          </p:grp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0911705-F27A-7C54-59F5-A116DF2AAB1A}"/>
                  </a:ext>
                </a:extLst>
              </p:cNvPr>
              <p:cNvSpPr txBox="1"/>
              <p:nvPr/>
            </p:nvSpPr>
            <p:spPr>
              <a:xfrm>
                <a:off x="427364" y="2180956"/>
                <a:ext cx="11490498" cy="15961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TH" sz="8800" b="1" dirty="0">
                    <a:latin typeface="SUKHUMVITSET-TEXT" panose="02000506000000020004" pitchFamily="2" charset="-34"/>
                    <a:cs typeface="SUKHUMVITSET-TEXT" panose="02000506000000020004" pitchFamily="2" charset="-34"/>
                  </a:rPr>
                  <a:t>HR Analytics Project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61987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F3F7BF90-6005-0057-EFFA-FBABE7DEED59}"/>
              </a:ext>
            </a:extLst>
          </p:cNvPr>
          <p:cNvGrpSpPr/>
          <p:nvPr/>
        </p:nvGrpSpPr>
        <p:grpSpPr>
          <a:xfrm>
            <a:off x="2669381" y="4763"/>
            <a:ext cx="6853237" cy="6853237"/>
            <a:chOff x="2669381" y="4763"/>
            <a:chExt cx="6853237" cy="6853237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AA55543-6493-9A8E-1717-A1F22F81DA77}"/>
                </a:ext>
              </a:extLst>
            </p:cNvPr>
            <p:cNvSpPr/>
            <p:nvPr/>
          </p:nvSpPr>
          <p:spPr>
            <a:xfrm>
              <a:off x="2669381" y="4763"/>
              <a:ext cx="6853237" cy="6853237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/>
            </a:p>
          </p:txBody>
        </p:sp>
        <p:pic>
          <p:nvPicPr>
            <p:cNvPr id="16" name="Graphic 15" descr="Users with solid fill">
              <a:extLst>
                <a:ext uri="{FF2B5EF4-FFF2-40B4-BE49-F238E27FC236}">
                  <a16:creationId xmlns:a16="http://schemas.microsoft.com/office/drawing/2014/main" id="{ED0A6DF3-E3EB-76E7-41D1-AB717BE471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978943" y="311944"/>
              <a:ext cx="6234112" cy="62341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1648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Words>4</Words>
  <Application>Microsoft Macintosh PowerPoint</Application>
  <PresentationFormat>Widescreen</PresentationFormat>
  <Paragraphs>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SUKHUMVITSET-TEXT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Waranthorn Chansawang</dc:creator>
  <cp:lastModifiedBy>Waranthorn Chansawang</cp:lastModifiedBy>
  <cp:revision>4</cp:revision>
  <dcterms:created xsi:type="dcterms:W3CDTF">2024-06-19T07:59:42Z</dcterms:created>
  <dcterms:modified xsi:type="dcterms:W3CDTF">2024-06-19T15:48:07Z</dcterms:modified>
</cp:coreProperties>
</file>