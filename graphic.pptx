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T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00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48"/>
  </p:normalViewPr>
  <p:slideViewPr>
    <p:cSldViewPr snapToGrid="0">
      <p:cViewPr varScale="1">
        <p:scale>
          <a:sx n="90" d="100"/>
          <a:sy n="90" d="100"/>
        </p:scale>
        <p:origin x="232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ADB9B-27CC-7E8A-7303-2F8391A796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C36CAA-0E20-9659-1442-85AAE48AF4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D2DE2-422C-AE7A-5BBC-DBE71DBC4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788F-134A-A74B-810A-CD2D2393E82C}" type="datetimeFigureOut">
              <a:rPr lang="en-TH" smtClean="0"/>
              <a:t>19/6/2024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EC982-89E2-2446-EE6F-103C73F85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9416E-91C7-5BEE-85C9-4BC53C7C7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7DB4-3248-9D44-B5AB-53E24D31CD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233100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D4E08-20E9-2851-AB96-D459E4A4B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BFC6A-2E09-4A31-EA1B-3B527AA4C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CCEFD-615F-6BAF-66D8-3410BF89E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788F-134A-A74B-810A-CD2D2393E82C}" type="datetimeFigureOut">
              <a:rPr lang="en-TH" smtClean="0"/>
              <a:t>19/6/2024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7036E-53F2-CB24-BC93-C0282B2FB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B4AC4-18D4-6607-F976-2FD0D8C41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7DB4-3248-9D44-B5AB-53E24D31CD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313666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B3B44-B577-5B13-D912-269CF9BA4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9EA3B6-B17C-99AA-D34D-E375F026E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CDB70-705E-7CEF-43D3-6DE7FD734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788F-134A-A74B-810A-CD2D2393E82C}" type="datetimeFigureOut">
              <a:rPr lang="en-TH" smtClean="0"/>
              <a:t>19/6/2024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C07B2-44DA-75EB-DCED-0247C0630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8D901-06E5-5E89-06F5-FF8D4F557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7DB4-3248-9D44-B5AB-53E24D31CD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47782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3BFFB-8A17-C25B-07A0-29291D9F2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B03D1-5E84-9ED8-FAA7-6FD7592EB9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6BE160-E142-3313-E4EF-ED54E37944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AF9EE7-EA02-E5AD-8018-2C70CAB3C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788F-134A-A74B-810A-CD2D2393E82C}" type="datetimeFigureOut">
              <a:rPr lang="en-TH" smtClean="0"/>
              <a:t>19/6/2024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A492F3-DEEA-AF8C-76C2-4EE838ED2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6DC7ED-6AEA-9665-561F-38A3BBE6B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7DB4-3248-9D44-B5AB-53E24D31CD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274107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8CA30-86DF-4A92-9BEA-B825735E5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B6EC39-4243-63CA-7854-83FEA531F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04D673-E4E6-1405-3CF1-9BE45C930D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2F0529-E9C1-9226-EEA3-5C37ACD032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9CBE30-D585-5382-5F7D-DCC9387B8A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7E5727-C5EB-7F8F-897E-270A0416E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788F-134A-A74B-810A-CD2D2393E82C}" type="datetimeFigureOut">
              <a:rPr lang="en-TH" smtClean="0"/>
              <a:t>19/6/2024 R</a:t>
            </a:fld>
            <a:endParaRPr lang="en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63A355-8EA0-388A-330F-56C7A752E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AD9D63-6532-C29E-AF13-1FF18A1E3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7DB4-3248-9D44-B5AB-53E24D31CD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068551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A474E-3341-6CA7-6567-5449D17C7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A7EA54-2FEA-1FAB-3414-102DCF222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788F-134A-A74B-810A-CD2D2393E82C}" type="datetimeFigureOut">
              <a:rPr lang="en-TH" smtClean="0"/>
              <a:t>19/6/2024 R</a:t>
            </a:fld>
            <a:endParaRPr lang="en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3DF3D5-2573-36F8-2701-5D6175626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0FA830-4AFE-E00B-E297-ACE5B8F5B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7DB4-3248-9D44-B5AB-53E24D31CD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847629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30FE28-53C3-3321-2B50-8EB195073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788F-134A-A74B-810A-CD2D2393E82C}" type="datetimeFigureOut">
              <a:rPr lang="en-TH" smtClean="0"/>
              <a:t>19/6/2024 R</a:t>
            </a:fld>
            <a:endParaRPr lang="en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F7165D-0667-A8D3-8C9C-3CB884B9A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552181-CDAC-1C46-00EF-2314A4753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7DB4-3248-9D44-B5AB-53E24D31CD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965704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E0CF1-8D5B-C99A-9540-035BE1CB0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9BC6D-2DD8-E69D-538D-F6A7B1461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B00E66-4BDD-9F80-C27B-C575F59629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DA7DC7-6A07-06BB-2508-4F7C8094F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788F-134A-A74B-810A-CD2D2393E82C}" type="datetimeFigureOut">
              <a:rPr lang="en-TH" smtClean="0"/>
              <a:t>19/6/2024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FE67B4-C1EA-FA9F-219B-EB9FB6716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EA9A79-64DB-00EE-0116-F9FDB3470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7DB4-3248-9D44-B5AB-53E24D31CD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674743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69CC3-DC35-C7A9-F104-B041EF4DC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5A71DC-CE42-B2AC-949C-E7EE1334AE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4895F0-A907-716F-E4FA-CDCD1A3E0D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7807D5-BF1E-592F-8DE1-76DC285FA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788F-134A-A74B-810A-CD2D2393E82C}" type="datetimeFigureOut">
              <a:rPr lang="en-TH" smtClean="0"/>
              <a:t>19/6/2024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A906E-157B-BAAE-D988-B64641E0A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8B6CF9-5BCF-A6B6-4E84-89614D9FE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7DB4-3248-9D44-B5AB-53E24D31CD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737803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D8541-3688-5BC9-EE96-B3F969CA2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244132-BF02-6186-9884-31B3CB3B84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745DD-B471-CB73-18DD-27F04993B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788F-134A-A74B-810A-CD2D2393E82C}" type="datetimeFigureOut">
              <a:rPr lang="en-TH" smtClean="0"/>
              <a:t>19/6/2024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F1223-8966-B985-C7A5-76F393B06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D459A-846A-3D82-5586-9AEB3CD3B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7DB4-3248-9D44-B5AB-53E24D31CD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121866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509EAA-B8D8-4CEC-F979-1D60F0997F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CD9DCB-72BE-3FD8-4C01-D1B7CACD0D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FBC4E-4FCD-6CAB-8C3C-B5D38B288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788F-134A-A74B-810A-CD2D2393E82C}" type="datetimeFigureOut">
              <a:rPr lang="en-TH" smtClean="0"/>
              <a:t>19/6/2024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52960-D55B-E1D8-D5C9-20641BB5B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B95EA-AE01-771F-6C88-14CA55349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7DB4-3248-9D44-B5AB-53E24D31CD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931141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FBAC44-6396-E044-98E4-740918C19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84B174-812E-4314-0D0C-C9C8D42C9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3578B-1798-EDD1-7491-635D250BAE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FD788F-134A-A74B-810A-CD2D2393E82C}" type="datetimeFigureOut">
              <a:rPr lang="en-TH" smtClean="0"/>
              <a:t>19/6/2024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3F096-C839-5AA5-E22C-046B085BF9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F0979-A87D-7895-CA44-08441DE1C1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2F7DB4-3248-9D44-B5AB-53E24D31CD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656589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2E19D923-50C1-169F-1B64-4BABD2D46C02}"/>
              </a:ext>
            </a:extLst>
          </p:cNvPr>
          <p:cNvGrpSpPr/>
          <p:nvPr/>
        </p:nvGrpSpPr>
        <p:grpSpPr>
          <a:xfrm>
            <a:off x="2667000" y="0"/>
            <a:ext cx="6858000" cy="6858000"/>
            <a:chOff x="2495551" y="0"/>
            <a:chExt cx="6858000" cy="68580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284D2E5-B6FA-FE17-AA64-8B059CBE95EB}"/>
                </a:ext>
              </a:extLst>
            </p:cNvPr>
            <p:cNvSpPr/>
            <p:nvPr/>
          </p:nvSpPr>
          <p:spPr>
            <a:xfrm>
              <a:off x="2495551" y="0"/>
              <a:ext cx="6858000" cy="6858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dirty="0"/>
            </a:p>
          </p:txBody>
        </p:sp>
        <p:pic>
          <p:nvPicPr>
            <p:cNvPr id="7" name="Graphic 6" descr="Users with solid fill">
              <a:extLst>
                <a:ext uri="{FF2B5EF4-FFF2-40B4-BE49-F238E27FC236}">
                  <a16:creationId xmlns:a16="http://schemas.microsoft.com/office/drawing/2014/main" id="{E82AA387-543C-EE8B-6C6E-790CE1D4E0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09900" y="342900"/>
              <a:ext cx="6172200" cy="6172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1648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Waranthorn Chansawang</dc:creator>
  <cp:lastModifiedBy>Waranthorn Chansawang</cp:lastModifiedBy>
  <cp:revision>1</cp:revision>
  <dcterms:created xsi:type="dcterms:W3CDTF">2024-06-19T07:59:42Z</dcterms:created>
  <dcterms:modified xsi:type="dcterms:W3CDTF">2024-06-19T08:07:35Z</dcterms:modified>
</cp:coreProperties>
</file>