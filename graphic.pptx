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00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48"/>
  </p:normalViewPr>
  <p:slideViewPr>
    <p:cSldViewPr snapToGrid="0">
      <p:cViewPr>
        <p:scale>
          <a:sx n="73" d="100"/>
          <a:sy n="73" d="100"/>
        </p:scale>
        <p:origin x="872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943191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921656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8289518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489594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104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245985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43764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TH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36292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TH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999950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771045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340405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CAFD788F-134A-A74B-810A-CD2D2393E82C}" type="datetimeFigureOut">
              <a:rPr lang="en-TH" smtClean="0"/>
              <a:t>19/6/2024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375773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logo with three circles&#10;&#10;Description automatically generated">
            <a:extLst>
              <a:ext uri="{FF2B5EF4-FFF2-40B4-BE49-F238E27FC236}">
                <a16:creationId xmlns:a16="http://schemas.microsoft.com/office/drawing/2014/main" id="{7A6E46EC-776B-69D4-4486-63BE9310A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70174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3F7BF90-6005-0057-EFFA-FBABE7DEED59}"/>
              </a:ext>
            </a:extLst>
          </p:cNvPr>
          <p:cNvGrpSpPr/>
          <p:nvPr/>
        </p:nvGrpSpPr>
        <p:grpSpPr>
          <a:xfrm>
            <a:off x="2669381" y="4763"/>
            <a:ext cx="6853237" cy="6853237"/>
            <a:chOff x="2669381" y="4763"/>
            <a:chExt cx="6853237" cy="6853237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AA55543-6493-9A8E-1717-A1F22F81DA77}"/>
                </a:ext>
              </a:extLst>
            </p:cNvPr>
            <p:cNvSpPr/>
            <p:nvPr/>
          </p:nvSpPr>
          <p:spPr>
            <a:xfrm>
              <a:off x="2669381" y="4763"/>
              <a:ext cx="6853237" cy="6853237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  <p:pic>
          <p:nvPicPr>
            <p:cNvPr id="16" name="Graphic 15" descr="Users with solid fill">
              <a:extLst>
                <a:ext uri="{FF2B5EF4-FFF2-40B4-BE49-F238E27FC236}">
                  <a16:creationId xmlns:a16="http://schemas.microsoft.com/office/drawing/2014/main" id="{ED0A6DF3-E3EB-76E7-41D1-AB717BE47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78943" y="311944"/>
              <a:ext cx="6234112" cy="62341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648886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25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Gill Sans MT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Waranthorn Chansawang</dc:creator>
  <cp:lastModifiedBy>Waranthorn Chansawang</cp:lastModifiedBy>
  <cp:revision>3</cp:revision>
  <dcterms:created xsi:type="dcterms:W3CDTF">2024-06-19T07:59:42Z</dcterms:created>
  <dcterms:modified xsi:type="dcterms:W3CDTF">2024-06-19T08:25:02Z</dcterms:modified>
</cp:coreProperties>
</file>